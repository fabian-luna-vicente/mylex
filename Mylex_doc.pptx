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72138"/>
    <a:srgbClr val="071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C70B0-1936-FA6C-9153-8CB57BA1A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2C34F0-1008-ACEE-3FA4-0BB3E2A38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F78E03-E9DA-ABEE-8B00-7423BE89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D4890-72DD-4728-892B-143AD681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AAD4FE-283E-80AA-7DC5-1B06E4CE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73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01A07-7B43-1313-6D7B-731009B6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34681-794B-02D5-0842-797C177AE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3C1FD5-C505-FA76-ED1B-ADDFADD9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C5D963-1ED4-CD4F-C51F-194D4ABD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FDE02-5071-8CD6-7623-F6A772B0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06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BC2A0-3A53-7762-28DA-4D227E77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EB5BDD-0AF6-7F31-05E6-1FFBD3762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9218C1-C87B-A1F5-F296-EEC55604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069906-93EE-48AC-EF8F-3578CE33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CEFBE2-0348-02B5-77ED-132C34F5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91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CE5D-C2AC-1A4D-9572-4B2A5591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58CE9-DD17-73F3-76C3-23F9BD7F4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54ED7F-E73B-5A41-C126-12FD1D238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1E53D1-A74E-0EA8-334C-40DF46C3C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FE325F-378D-491E-18FF-CD06C030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B24ED6-9848-BC43-A680-13772605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2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DC320-6314-67E9-1FD1-33644B7C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6C1371-2547-4E87-2BC6-0328F3C66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510403-F9E4-2C05-3688-FBA2649BF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463547-0685-AFBC-1784-27FD867E3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87B1A5-958A-DBEE-7BC9-59E3EB599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9BEB32-03B7-5F2D-80B2-88C5935D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3B2954-D239-5687-3378-1AC796B7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6F2B0B-E04E-3B65-F830-9F43CD38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73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ABBDF-7629-1670-3AFB-57382D75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172EEE-26F7-9B2E-6D46-91183341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518F42-6227-ADCA-CC05-3D7A9690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EF40A1-DE77-4CCC-550A-C3934198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38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4DD334-6063-1B9F-9D0B-CAB738F7C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D3C6BB-C68E-62A1-5373-1E1FB80A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C1922-CDB9-3437-1246-C148B0FE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20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94E0C-238A-CA30-F2D5-201962CE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814DDB-C4D1-B0F3-EF4B-B97826D4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0236A2-D09E-0E2E-3037-AA144E0A9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808077-45E5-5882-EAD9-8AABFC81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343D5D-679A-7C8D-1E55-5F1C140D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5CFA6F-59A9-9225-A54A-039115BB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41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FB597-5B73-25CD-C4B3-D5096B32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35BB33-6208-EE5C-EC29-89D3DFDA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15590B-E1DA-45E4-9BB1-49DFA9C56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AFED3C-50ED-44C4-DB7F-540A7E06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B6A26D-E469-D270-8494-0A3272C2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3EBA23-7A96-EADF-ADF4-B09A3ED5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02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0F541-28E8-4638-37C6-F0057B19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4DA090-35F0-9F11-A53E-A30F8BB3E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99A81-3FEF-8C1B-4ABD-86BB5F73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92CF9-2C3C-6015-D6E7-01200E29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A43F5D-BF04-2566-00B2-92675A3D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992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2643D0-A1C8-3267-F1B0-F5915285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5964C9-32AA-432F-0929-C7684586B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77140-FC3B-30E4-1A06-894EE534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C52587-3A7D-90AC-04A9-7B9DE089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E6FC95-4830-DC7F-9020-D4429445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84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0BD32B-FC83-9438-A411-AF197BD5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F6DD05-3ADF-AC74-5B87-704CCDC19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6F99A6-660C-B2EE-7698-B68105B91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98F18-D178-4CD9-9B72-5E9F3391A100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A44C51-3CD6-1381-268A-0A5C4AD9A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173641-86C0-AB12-D29F-9D2521279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9FBF4-D99C-482D-A2FA-24692E45D1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26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90906EB-013C-D6BB-06BA-1B5C2C8C7A24}"/>
              </a:ext>
            </a:extLst>
          </p:cNvPr>
          <p:cNvSpPr txBox="1"/>
          <p:nvPr/>
        </p:nvSpPr>
        <p:spPr>
          <a:xfrm>
            <a:off x="203018" y="724035"/>
            <a:ext cx="3824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</a:t>
            </a:r>
            <a:r>
              <a:rPr lang="es-ES" sz="60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Lex</a:t>
            </a:r>
            <a:r>
              <a:rPr lang="es-E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1726EF-BBE1-8101-5788-D87EB7150F52}"/>
              </a:ext>
            </a:extLst>
          </p:cNvPr>
          <p:cNvSpPr txBox="1"/>
          <p:nvPr/>
        </p:nvSpPr>
        <p:spPr>
          <a:xfrm>
            <a:off x="1654877" y="4884613"/>
            <a:ext cx="6902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Fabian Alessandro Luna Vicente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89B5F61-0E9C-D96D-5631-1847A18C690B}"/>
              </a:ext>
            </a:extLst>
          </p:cNvPr>
          <p:cNvCxnSpPr>
            <a:cxnSpLocks/>
          </p:cNvCxnSpPr>
          <p:nvPr/>
        </p:nvCxnSpPr>
        <p:spPr>
          <a:xfrm flipV="1">
            <a:off x="317256" y="1739699"/>
            <a:ext cx="11127652" cy="10231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76D6722-E937-699B-FE12-74D04CBD7A48}"/>
              </a:ext>
            </a:extLst>
          </p:cNvPr>
          <p:cNvSpPr txBox="1"/>
          <p:nvPr/>
        </p:nvSpPr>
        <p:spPr>
          <a:xfrm>
            <a:off x="317893" y="2249475"/>
            <a:ext cx="205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Centro</a:t>
            </a:r>
            <a:r>
              <a:rPr lang="es-ES" sz="2400" dirty="0">
                <a:solidFill>
                  <a:srgbClr val="00B0F0"/>
                </a:solidFill>
                <a:latin typeface="Impact" panose="020B0806030902050204" pitchFamily="34" charset="0"/>
              </a:rPr>
              <a:t>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C6E59E-E846-99A6-12D6-7DC90A371768}"/>
              </a:ext>
            </a:extLst>
          </p:cNvPr>
          <p:cNvSpPr txBox="1"/>
          <p:nvPr/>
        </p:nvSpPr>
        <p:spPr>
          <a:xfrm>
            <a:off x="1654878" y="3580526"/>
            <a:ext cx="4552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-José Manuel Rayo Ortiguela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3F73150-7CC0-1D7F-D60E-2B785B35B0A0}"/>
              </a:ext>
            </a:extLst>
          </p:cNvPr>
          <p:cNvSpPr txBox="1"/>
          <p:nvPr/>
        </p:nvSpPr>
        <p:spPr>
          <a:xfrm>
            <a:off x="1654877" y="4116039"/>
            <a:ext cx="6902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-Eduardo Garzo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49BB292-F0CC-318B-1DEF-895C04948E1B}"/>
              </a:ext>
            </a:extLst>
          </p:cNvPr>
          <p:cNvGrpSpPr/>
          <p:nvPr/>
        </p:nvGrpSpPr>
        <p:grpSpPr>
          <a:xfrm>
            <a:off x="8373211" y="752404"/>
            <a:ext cx="3244287" cy="979148"/>
            <a:chOff x="8191500" y="39424"/>
            <a:chExt cx="4000500" cy="133350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27CA24C-25B7-41F4-771B-6855908A6F1C}"/>
                </a:ext>
              </a:extLst>
            </p:cNvPr>
            <p:cNvSpPr/>
            <p:nvPr/>
          </p:nvSpPr>
          <p:spPr>
            <a:xfrm>
              <a:off x="8495818" y="219919"/>
              <a:ext cx="3388047" cy="925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6" name="Picture 2" descr="FP de Técnico Superior en Anatomía Patológica y Citodiagnóstico (METRODORA)  | DondeEstudiar®">
              <a:extLst>
                <a:ext uri="{FF2B5EF4-FFF2-40B4-BE49-F238E27FC236}">
                  <a16:creationId xmlns:a16="http://schemas.microsoft.com/office/drawing/2014/main" id="{DA30311C-FFB1-A8A1-C70C-353FEE159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1500" y="39424"/>
              <a:ext cx="4000500" cy="133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A117C8B-9629-51CA-5D6B-515D9F112369}"/>
              </a:ext>
            </a:extLst>
          </p:cNvPr>
          <p:cNvSpPr txBox="1"/>
          <p:nvPr/>
        </p:nvSpPr>
        <p:spPr>
          <a:xfrm>
            <a:off x="1655514" y="2249474"/>
            <a:ext cx="662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METRODORA MADRID RÍO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786BB6-89F6-5188-47BC-B4A411052811}"/>
              </a:ext>
            </a:extLst>
          </p:cNvPr>
          <p:cNvSpPr txBox="1"/>
          <p:nvPr/>
        </p:nvSpPr>
        <p:spPr>
          <a:xfrm>
            <a:off x="317256" y="4872533"/>
            <a:ext cx="205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Alumno</a:t>
            </a:r>
            <a:r>
              <a:rPr lang="es-ES" sz="2400" dirty="0">
                <a:solidFill>
                  <a:srgbClr val="00B0F0"/>
                </a:solidFill>
                <a:latin typeface="Impact" panose="020B0806030902050204" pitchFamily="34" charset="0"/>
              </a:rPr>
              <a:t>: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4FFF42E-3560-F2CE-94ED-57575BD3C50D}"/>
              </a:ext>
            </a:extLst>
          </p:cNvPr>
          <p:cNvSpPr txBox="1"/>
          <p:nvPr/>
        </p:nvSpPr>
        <p:spPr>
          <a:xfrm>
            <a:off x="317257" y="3506678"/>
            <a:ext cx="205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Tutores</a:t>
            </a:r>
            <a:r>
              <a:rPr lang="es-ES" sz="2400" dirty="0">
                <a:solidFill>
                  <a:srgbClr val="00B0F0"/>
                </a:solidFill>
                <a:latin typeface="Impact" panose="020B0806030902050204" pitchFamily="34" charset="0"/>
              </a:rPr>
              <a:t>: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2A038EF-AA4C-CD76-64DB-9AEB872A3E72}"/>
              </a:ext>
            </a:extLst>
          </p:cNvPr>
          <p:cNvSpPr txBox="1"/>
          <p:nvPr/>
        </p:nvSpPr>
        <p:spPr>
          <a:xfrm>
            <a:off x="317257" y="2885800"/>
            <a:ext cx="205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Curso</a:t>
            </a:r>
            <a:r>
              <a:rPr lang="es-ES" sz="2400" dirty="0">
                <a:solidFill>
                  <a:srgbClr val="00B0F0"/>
                </a:solidFill>
                <a:latin typeface="Impact" panose="020B0806030902050204" pitchFamily="34" charset="0"/>
              </a:rPr>
              <a:t>: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2BF7BC0-215B-A98B-FB93-59F057FC6D15}"/>
              </a:ext>
            </a:extLst>
          </p:cNvPr>
          <p:cNvSpPr txBox="1"/>
          <p:nvPr/>
        </p:nvSpPr>
        <p:spPr>
          <a:xfrm>
            <a:off x="1655513" y="2885800"/>
            <a:ext cx="6902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Grado Superior en DAM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13A27D-8F8B-CEC3-DB96-0B16220C9B36}"/>
              </a:ext>
            </a:extLst>
          </p:cNvPr>
          <p:cNvSpPr txBox="1"/>
          <p:nvPr/>
        </p:nvSpPr>
        <p:spPr>
          <a:xfrm>
            <a:off x="317256" y="5653187"/>
            <a:ext cx="205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00B0F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Fecha</a:t>
            </a:r>
            <a:r>
              <a:rPr lang="es-ES" sz="2400" dirty="0">
                <a:solidFill>
                  <a:srgbClr val="00B0F0"/>
                </a:solidFill>
                <a:latin typeface="Impact" panose="020B0806030902050204" pitchFamily="34" charset="0"/>
              </a:rPr>
              <a:t>: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8572BFD-C940-8494-83F1-7A161A3C450D}"/>
              </a:ext>
            </a:extLst>
          </p:cNvPr>
          <p:cNvSpPr txBox="1"/>
          <p:nvPr/>
        </p:nvSpPr>
        <p:spPr>
          <a:xfrm>
            <a:off x="1654877" y="5683910"/>
            <a:ext cx="6902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08/06/2026</a:t>
            </a:r>
          </a:p>
        </p:txBody>
      </p:sp>
    </p:spTree>
    <p:extLst>
      <p:ext uri="{BB962C8B-B14F-4D97-AF65-F5344CB8AC3E}">
        <p14:creationId xmlns:p14="http://schemas.microsoft.com/office/powerpoint/2010/main" val="283598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3EC20AC-06A8-5095-0883-AB364CFACDCD}"/>
              </a:ext>
            </a:extLst>
          </p:cNvPr>
          <p:cNvSpPr txBox="1"/>
          <p:nvPr/>
        </p:nvSpPr>
        <p:spPr>
          <a:xfrm>
            <a:off x="237742" y="307347"/>
            <a:ext cx="3824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Índice</a:t>
            </a:r>
            <a:r>
              <a:rPr lang="es-ES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589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5F7407-F41D-4C35-789B-004EFACDDC2A}"/>
              </a:ext>
            </a:extLst>
          </p:cNvPr>
          <p:cNvSpPr txBox="1"/>
          <p:nvPr/>
        </p:nvSpPr>
        <p:spPr>
          <a:xfrm>
            <a:off x="280686" y="272533"/>
            <a:ext cx="9789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Introducción y Justificación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A55B15-1446-B784-68C4-9E3CC30B94F2}"/>
              </a:ext>
            </a:extLst>
          </p:cNvPr>
          <p:cNvSpPr txBox="1"/>
          <p:nvPr/>
        </p:nvSpPr>
        <p:spPr>
          <a:xfrm>
            <a:off x="280686" y="1183511"/>
            <a:ext cx="9294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 diferencia del resto de aplicaciones para  aprender idiomas , este  tiene un enfoque más autodidacta , inmersivo y dinámico.</a:t>
            </a:r>
          </a:p>
          <a:p>
            <a:r>
              <a:rPr lang="es-ES" dirty="0">
                <a:solidFill>
                  <a:schemeClr val="bg1"/>
                </a:solidFill>
              </a:rPr>
              <a:t>El problema radica en que estas aplicaciones te dan una lista de vocabulario  predefinido para luego practicarlo sin contexto , todos los días y al final cuando tratas de consumir algún tipo de contenido en este idioma estar perdido y darse cuenta de que eso no es suficiente , al menos ese era el problema que yo tenía .</a:t>
            </a:r>
          </a:p>
          <a:p>
            <a:r>
              <a:rPr lang="es-ES" dirty="0">
                <a:solidFill>
                  <a:schemeClr val="bg1"/>
                </a:solidFill>
              </a:rPr>
              <a:t>Luego de buscar metodologías diferentes en internet encontré una que me convenció y es justamente en lo que  ayuda este proyecto</a:t>
            </a:r>
          </a:p>
        </p:txBody>
      </p:sp>
    </p:spTree>
    <p:extLst>
      <p:ext uri="{BB962C8B-B14F-4D97-AF65-F5344CB8AC3E}">
        <p14:creationId xmlns:p14="http://schemas.microsoft.com/office/powerpoint/2010/main" val="1623898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136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ADLaM Display</vt:lpstr>
      <vt:lpstr>Aptos</vt:lpstr>
      <vt:lpstr>Aptos Display</vt:lpstr>
      <vt:lpstr>Arial</vt:lpstr>
      <vt:lpstr>Impact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27</dc:creator>
  <cp:lastModifiedBy>Fabian 27</cp:lastModifiedBy>
  <cp:revision>13</cp:revision>
  <dcterms:created xsi:type="dcterms:W3CDTF">2026-05-29T09:44:09Z</dcterms:created>
  <dcterms:modified xsi:type="dcterms:W3CDTF">2026-05-29T12:06:02Z</dcterms:modified>
</cp:coreProperties>
</file>